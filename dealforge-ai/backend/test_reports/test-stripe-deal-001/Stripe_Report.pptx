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114.99999999999999</c:v>
                </c:pt>
                <c:pt idx="2">
                  <c:v>132.0</c:v>
                </c:pt>
                <c:pt idx="3">
                  <c:v>155.0</c:v>
                </c:pt>
                <c:pt idx="4">
                  <c:v>185.0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20.0</c:v>
                </c:pt>
                <c:pt idx="1">
                  <c:v>24.0</c:v>
                </c:pt>
                <c:pt idx="2">
                  <c:v>29.0</c:v>
                </c:pt>
                <c:pt idx="3">
                  <c:v>35.0</c:v>
                </c:pt>
                <c:pt idx="4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Apollo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Target 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March 09,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Deal: Project Apollo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SITUATION:</a:t>
            </a:r>
            <a:br/>
            <a:r>
              <a:t>Stripe is considering an acquisition.</a:t>
            </a:r>
            <a:br/>
            <a:br/>
            <a:r>
              <a:t>COMPLICATION:</a:t>
            </a:r>
            <a:br/>
            <a:r>
              <a:t>High market competition.</a:t>
            </a:r>
            <a:br/>
            <a:br/>
            <a:r>
              <a:t>QUESTION:</a:t>
            </a:r>
            <a:br/>
            <a:r>
              <a:t>Does the valuation make sense?</a:t>
            </a:r>
            <a:br/>
            <a:br/>
            <a:r>
              <a:t>ANSWER (RECOMMENDATION):</a:t>
            </a:r>
            <a:br/>
            <a:r>
              <a:t>Yes, proceed with caution.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058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035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Strong financials, solid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Takeaways &amp; Strategic Fit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Deal: Project Apollo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0C0"/>
                </a:solidFill>
              </a:defRPr>
            </a:pPr>
            <a:r>
              <a:t>■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High YoY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Final 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Review legal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</a:defRPr>
            </a:pPr>
            <a:r>
              <a:t>This report was generated by DealForge AI Multi-Agent system incorporating McKinsey-style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