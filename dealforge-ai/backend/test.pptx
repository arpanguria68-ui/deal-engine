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Conduct a sell-side analysis for HubSpot (HUBS) focusing on comps and DCF.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4C6DC"/>
                </a:solidFill>
              </a:defRPr>
            </a:pPr>
            <a:r>
              <a:t>M&amp;A Due Diligence Report — Conduct a sell-side analysis for HubSpot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6AAC8"/>
                </a:solidFill>
              </a:defRPr>
            </a:pPr>
            <a:r>
              <a:t>Prepared by DealForge AI | March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C8C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Deal: Conduct a sell-side analysis for HubSpot (HUBS) focusing on comps and DCF.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Target Company: Conduct a sell-side analysis for HubSpot</a:t>
            </a:r>
            <a:br/>
            <a:r>
              <a:t>Industry: Technology</a:t>
            </a:r>
            <a:br/>
            <a:r>
              <a:t>Deal Score: 80%</a:t>
            </a:r>
            <a:br/>
            <a:r>
              <a:t>Status: Completed</a:t>
            </a:r>
            <a:br/>
            <a:r>
              <a:t>Agents Deployed: 10</a:t>
            </a:r>
            <a:br/>
            <a:r>
              <a:t>Created: 2026-03-03T10:21:08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Financial Analyst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Market Researcher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Valuation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Dcf Lbo Architect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Risk Assessor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Legal Advisor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Due Diligence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Debate Moderator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Scoring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Investment Memo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B050"/>
                </a:solidFill>
              </a:defRPr>
            </a:pPr>
            <a:r>
              <a:t>PROCEED — Strong conviction across all agent analyses.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08080"/>
                </a:solidFill>
              </a:defRPr>
            </a:pPr>
            <a:r>
              <a:t>This report was generated by DealForge AI multi-agent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