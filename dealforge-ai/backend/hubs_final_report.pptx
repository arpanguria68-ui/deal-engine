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114.99999999999999</c:v>
                </c:pt>
                <c:pt idx="2">
                  <c:v>132.0</c:v>
                </c:pt>
                <c:pt idx="3">
                  <c:v>155.0</c:v>
                </c:pt>
                <c:pt idx="4">
                  <c:v>185.0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20.0</c:v>
                </c:pt>
                <c:pt idx="1">
                  <c:v>24.0</c:v>
                </c:pt>
                <c:pt idx="2">
                  <c:v>29.0</c:v>
                </c:pt>
                <c:pt idx="3">
                  <c:v>35.0</c:v>
                </c:pt>
                <c:pt idx="4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HubSpot,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March 11,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Deal: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Target Company: HubSpot, Inc.</a:t>
            </a:r>
            <a:br/>
            <a:r>
              <a:t>Industry: Software / Crm</a:t>
            </a:r>
            <a:br/>
            <a:r>
              <a:t>Deal Score: 78%</a:t>
            </a:r>
            <a:br/>
            <a:r>
              <a:t>Status: Created</a:t>
            </a:r>
            <a:br/>
            <a:r>
              <a:t>Agents Deployed: 0</a:t>
            </a:r>
            <a:br/>
            <a:r>
              <a:t>Created: N/A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058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035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Key Insight: Projected revenue growth displays strong CAGR, with EBITDA margins expanding significantly over the forecast period driven by operational synergies.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Valuation Expert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0% | Provider: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Standardized valuation range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Risk Assessor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0% | Provider: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Monte Carlo risk simulation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Final 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Strategic Verdict: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B050"/>
                </a:solidFill>
              </a:defRPr>
            </a:pPr>
            <a:r>
              <a:t>PROCEED — Strong conviction across all agent analyses.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Recommended Next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1. Finalize Quality of Earnings (QoE) report via external auditors.</a:t>
            </a:r>
            <a:br/>
            <a:br/>
            <a:r>
              <a:t>2. Draft initial Letter of Intent (LOI) with proposed valuation framework.</a:t>
            </a:r>
            <a:br/>
            <a:br/>
            <a:r>
              <a:t>3. Initiate deep-dive technical due diligence on IP and data privacy architecture.</a:t>
            </a:r>
            <a:br/>
            <a:br/>
            <a:r>
              <a:t>4. Schedule management presentation with key stakeholders.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</a:defRPr>
            </a:pPr>
            <a:r>
              <a:t>This report was generated by DealForge AI Multi-Agent system incorporating McKinsey-style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