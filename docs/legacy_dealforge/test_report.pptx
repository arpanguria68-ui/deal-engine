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Acquisition of Zapier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4C6DC"/>
                </a:solidFill>
              </a:defRPr>
            </a:pPr>
            <a:r>
              <a:t>M&amp;A Due Diligence Report — Zapier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6AAC8"/>
                </a:solidFill>
              </a:defRPr>
            </a:pPr>
            <a:r>
              <a:t>Prepared by DealForge AI | March 01,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C8C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Deal: Acquisition of Zapier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Target Company: Zapier</a:t>
            </a:r>
            <a:br/>
            <a:r>
              <a:t>Industry: Saas</a:t>
            </a:r>
            <a:br/>
            <a:r>
              <a:t>Deal Score: Pending</a:t>
            </a:r>
            <a:br/>
            <a:r>
              <a:t>Status: Created</a:t>
            </a:r>
            <a:br/>
            <a:r>
              <a:t>Agents Deployed: 1</a:t>
            </a:r>
            <a:br/>
            <a:r>
              <a:t>Created: 2026-03-01T08:10:16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Financial Analyst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100% | Provider: gemini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</a:defRPr>
            </a:pPr>
            <a:r>
              <a:t>The valuation is derived using a dual-methodology approach. The Multiples-based valuation applies an 8.0x EV/ARR multiple, which is conservative compared to historical 2021 peaks but aligns with 2024 benchmarks for profitable SaaS companies with &gt;30% growth. The DCF model assumes a 10.5% WACC, a 5-y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HOLD / FURTHER DILIGENCE — Significant risks require further investigation.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08080"/>
                </a:solidFill>
              </a:defRPr>
            </a:pPr>
            <a:r>
              <a:t>This report was generated by DealForge AI multi-agent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