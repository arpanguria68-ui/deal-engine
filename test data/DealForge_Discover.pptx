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100.0</c:v>
                </c:pt>
                <c:pt idx="1">
                  <c:v>114.99999999999999</c:v>
                </c:pt>
                <c:pt idx="2">
                  <c:v>132.0</c:v>
                </c:pt>
                <c:pt idx="3">
                  <c:v>155.0</c:v>
                </c:pt>
                <c:pt idx="4">
                  <c:v>185.0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($M)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20.0</c:v>
                </c:pt>
                <c:pt idx="1">
                  <c:v>24.0</c:v>
                </c:pt>
                <c:pt idx="2">
                  <c:v>29.0</c:v>
                </c:pt>
                <c:pt idx="3">
                  <c:v>35.0</c:v>
                </c:pt>
                <c:pt idx="4">
                  <c:v>44.0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can you do it for M&amp;A Discussion –Capital One’s $35 billion acquisition of Disco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B4C6DC"/>
                </a:solidFill>
              </a:defRPr>
            </a:pPr>
            <a:r>
              <a:t>M&amp;A Due Diligence Report — Discover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96AAC8"/>
                </a:solidFill>
              </a:defRPr>
            </a:pPr>
            <a:r>
              <a:t>Prepared by DealForge AI | March 10,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8C8C8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Deal: can you do it for M&amp;A Discussion –Capital One’s $35 billion acquisition of Disco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0000"/>
                </a:solidFill>
              </a:defRPr>
            </a:pPr>
            <a:r>
              <a:t>Target Company: Discover</a:t>
            </a:r>
            <a:br/>
            <a:r>
              <a:t>Industry: Technology</a:t>
            </a:r>
            <a:br/>
            <a:r>
              <a:t>Deal Score: 80%</a:t>
            </a:r>
            <a:br/>
            <a:r>
              <a:t>Status: Completed</a:t>
            </a:r>
            <a:br/>
            <a:r>
              <a:t>Agents Deployed: 14</a:t>
            </a:r>
            <a:br/>
            <a:r>
              <a:t>Created: 2026-03-10T19:09:46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10058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6035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Key Insight: Projected revenue growth displays strong CAGR, with EBITDA margins expanding significantly over the forecast period driven by operational synergies.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Market Researcher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Valuation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Dcf Lbo Architect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Advanced Financial Modeler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Risk Assessor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Legal Advisor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Due Diligence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Data Curator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Complex Reasoning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Debate Moderator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Scoring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Report Architect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Investment Memo Agent</a:t>
            </a:r>
          </a:p>
          <a:p>
            <a:pPr>
              <a:defRPr sz="1400">
                <a:solidFill>
                  <a:srgbClr val="B4C6DC"/>
                </a:solidFill>
              </a:defRPr>
            </a:pPr>
            <a:r>
              <a:t>Confidence: 80% | Provider: auto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  <a:r>
              <a:t>No analysis data available.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9904" y="1645920"/>
            <a:ext cx="18288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Final Recommendation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Strategic Verdict: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B050"/>
                </a:solidFill>
              </a:defRPr>
            </a:pPr>
            <a:r>
              <a:t>PROCEED — Strong conviction across all agent analyses.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Recommended Next Steps: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0000"/>
                </a:solidFill>
              </a:defRPr>
            </a:pPr>
            <a:r>
              <a:t>1. Finalize Quality of Earnings (QoE) report via external auditors.</a:t>
            </a:r>
            <a:br/>
            <a:br/>
            <a:r>
              <a:t>2. Draft initial Letter of Intent (LOI) with proposed valuation framework.</a:t>
            </a:r>
            <a:br/>
            <a:br/>
            <a:r>
              <a:t>3. Initiate deep-dive technical due diligence on IP and data privacy architecture.</a:t>
            </a:r>
            <a:br/>
            <a:br/>
            <a:r>
              <a:t>4. Schedule management presentation with key stakeholders.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808080"/>
                </a:solidFill>
              </a:defRPr>
            </a:pPr>
            <a:r>
              <a:t>This report was generated by DealForge AI Multi-Agent system incorporating McKinsey-style visualizations.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